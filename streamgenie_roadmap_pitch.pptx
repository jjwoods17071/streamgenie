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StreamGenie — Multi-User Platform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single-user prototype to multi-platform SaaS (20-month plan)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API-first, multi-user SaaS with web, mobile, voice, and social</a:t>
            </a:r>
          </a:p>
          <a:p>
            <a:pPr/>
            <a:r>
              <a:t>“Letterboxd for TV” — watchlist, reminders, discovery</a:t>
            </a:r>
          </a:p>
          <a:p>
            <a:pPr/>
            <a:r>
              <a:t>Lean MVP ➜ scale features progressively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Snapshot — What Exists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Single-user Streamlit app with TMDB + SendGrid</a:t>
            </a:r>
          </a:p>
          <a:p>
            <a:pPr/>
            <a:r>
              <a:t>SQLite storage, manual watchlist, provider logos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Snapshot —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authentication/multi-tenancy, no API layer</a:t>
            </a:r>
          </a:p>
          <a:p>
            <a:pPr/>
            <a:r>
              <a:t>SQLite limits, no mobile/social/voice, manual tracking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Phase 1: Foundation &amp; Multi-User Core (M1–M3)</a:t>
            </a:r>
          </a:p>
          <a:p>
            <a:pPr/>
            <a:r>
              <a:t>Phase 2: Mobile Apps (M4–M7)</a:t>
            </a:r>
          </a:p>
          <a:p>
            <a:pPr/>
            <a:r>
              <a:t>Phase 3: Recommendations (M8–M10)</a:t>
            </a:r>
          </a:p>
          <a:p>
            <a:pPr/>
            <a:r>
              <a:t>Phase 4: Social Layer (M11–M13)</a:t>
            </a:r>
          </a:p>
          <a:p>
            <a:pPr/>
            <a:r>
              <a:t>Phase 5: Voice Integration (M14–M16)</a:t>
            </a:r>
          </a:p>
          <a:p>
            <a:pPr/>
            <a:r>
              <a:t>Phase 6: Auto-Sync &amp; Smart Tracking (M17–M20)</a:t>
            </a:r>
          </a:p>
          <a:p>
            <a:pPr/>
            <a:r>
              <a:t>Phase 7: Monetization (ongoing)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 — Foundation &amp; Multi-User Core (M1–M3)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Supabase PostgreSQL + Supabase Auth (RLS)</a:t>
            </a:r>
          </a:p>
          <a:p>
            <a:pPr/>
            <a:r>
              <a:t>FastAPI backend; Streamlit UI connects to API</a:t>
            </a:r>
          </a:p>
          <a:p>
            <a:pPr/>
            <a:r>
              <a:t>Redis caching; scheduled reminders via task queue</a:t>
            </a:r>
          </a:p>
          <a:p>
            <a:pPr/>
            <a:r>
              <a:t>Milestone: Web MVP with login + scalable DB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— Mobile Apps (M4–M7)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React Native + Expo for iOS/Android</a:t>
            </a:r>
          </a:p>
          <a:p>
            <a:pPr/>
            <a:r>
              <a:t>Auth flow, watchlist, search, push notifications</a:t>
            </a:r>
          </a:p>
          <a:p>
            <a:pPr/>
            <a:r>
              <a:t>Milestone: Public app store launch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 — Recommendations (M8–M10)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Hybrid: content-based (new users) + collaborative filtering</a:t>
            </a:r>
          </a:p>
          <a:p>
            <a:pPr/>
            <a:r>
              <a:t>Trending boosts; personalized ‘Discover’</a:t>
            </a:r>
          </a:p>
          <a:p>
            <a:pPr/>
            <a:r>
              <a:t>Milestone: 50% users engage with recs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 — Social Layer (M11–M13)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Public profiles &amp; share links; follows &amp; feeds</a:t>
            </a:r>
          </a:p>
          <a:p>
            <a:pPr/>
            <a:r>
              <a:t>Optional comments/likes; collections</a:t>
            </a:r>
          </a:p>
          <a:p>
            <a:pPr/>
            <a:r>
              <a:t>Milestone: 20% public watchlists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5 — Voice Integration (M14–M16)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Google Assistant &amp; Alexa Skills</a:t>
            </a:r>
          </a:p>
          <a:p>
            <a:pPr/>
            <a:r>
              <a:t>Add/check watchlist; ‘What’s airing tonight?’</a:t>
            </a:r>
          </a:p>
          <a:p>
            <a:pPr/>
            <a:r>
              <a:t>Milestone: 500 voice commands/day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6 — Auto-Sync &amp; Smart Tracking (M17–M20)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Browser extension for watch history sync</a:t>
            </a:r>
          </a:p>
          <a:p>
            <a:pPr/>
            <a:r>
              <a:t>Smart rules: auto-add/auto-remove</a:t>
            </a:r>
          </a:p>
          <a:p>
            <a:pPr/>
            <a:r>
              <a:t>Milestone: 30% extension adoption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Monetization &amp; Unit Economics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Free (10 shows), Pro ($4.99), Family ($9.99)</a:t>
            </a:r>
          </a:p>
          <a:p>
            <a:pPr/>
            <a:r>
              <a:t>Break-even ≈ 15 Pro users; high gross margins</a:t>
            </a:r>
          </a:p>
          <a:p>
            <a:pPr/>
            <a:r>
              <a:t>Upsell: AI summaries, referral rewards, annual plans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 &amp; Checkpoints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M3: 100 beta users; &lt;$100/mo infra</a:t>
            </a:r>
          </a:p>
          <a:p>
            <a:pPr/>
            <a:r>
              <a:t>M7: 1,000 installs; 10+ paying customers</a:t>
            </a:r>
          </a:p>
          <a:p>
            <a:pPr/>
            <a:r>
              <a:t>M13: Retention + feature usage gating next investments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20-Month Roadmap Timeline</a:t>
            </a:r>
          </a:p>
        </p:txBody>
      </p:sp>
      <p:pic>
        <p:nvPicPr>
          <p:cNvPr id="3" name="Picture 2" descr="streamgenie_roadmap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9217617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